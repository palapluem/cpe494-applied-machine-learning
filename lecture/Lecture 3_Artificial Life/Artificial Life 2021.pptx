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DA51639-B2D6-4652-B8C3-1B4C224A7BAF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824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80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44961B7-6B89-48AB-966F-622E2788EECC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03910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5450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3527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22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22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CF131DD-A141-4471-BCF9-C6073EDD7E20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68572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AB334A90-EB03-42F3-8859-2C2B2724C058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1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4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6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9/21/2021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825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rtificial_lif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Artificial Life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Python </a:t>
            </a:r>
            <a:r>
              <a:rPr lang="en-US" dirty="0" err="1" smtClean="0"/>
              <a:t>Simbots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079" y="139149"/>
            <a:ext cx="1386423" cy="175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8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90871"/>
            <a:ext cx="10178322" cy="5247860"/>
          </a:xfrm>
        </p:spPr>
        <p:txBody>
          <a:bodyPr>
            <a:normAutofit fontScale="92500" lnSpcReduction="20000"/>
          </a:bodyPr>
          <a:lstStyle/>
          <a:p>
            <a:r>
              <a:rPr lang="en-US" sz="5700" dirty="0" smtClean="0"/>
              <a:t>A-Life </a:t>
            </a:r>
            <a:r>
              <a:rPr lang="en-US" sz="5700" dirty="0"/>
              <a:t>is a field of study wherein researchers examine systems related to </a:t>
            </a:r>
            <a:r>
              <a:rPr lang="en-US" sz="5700" dirty="0">
                <a:solidFill>
                  <a:srgbClr val="00B050"/>
                </a:solidFill>
              </a:rPr>
              <a:t>natural life</a:t>
            </a:r>
            <a:r>
              <a:rPr lang="en-US" sz="5700" dirty="0"/>
              <a:t>, </a:t>
            </a:r>
            <a:r>
              <a:rPr lang="en-US" sz="5700" dirty="0">
                <a:solidFill>
                  <a:srgbClr val="0070C0"/>
                </a:solidFill>
              </a:rPr>
              <a:t>its processes</a:t>
            </a:r>
            <a:r>
              <a:rPr lang="en-US" sz="5700" dirty="0"/>
              <a:t>, and </a:t>
            </a:r>
            <a:r>
              <a:rPr lang="en-US" sz="5700" dirty="0">
                <a:solidFill>
                  <a:srgbClr val="FF0000"/>
                </a:solidFill>
              </a:rPr>
              <a:t>its evolution</a:t>
            </a:r>
            <a:r>
              <a:rPr lang="en-US" sz="5700" dirty="0"/>
              <a:t>, </a:t>
            </a:r>
            <a:r>
              <a:rPr lang="en-US" sz="5700" i="1" dirty="0">
                <a:solidFill>
                  <a:schemeClr val="bg1">
                    <a:lumMod val="65000"/>
                  </a:schemeClr>
                </a:solidFill>
              </a:rPr>
              <a:t>through the use of </a:t>
            </a:r>
            <a:r>
              <a:rPr lang="en-US" sz="5700" i="1" dirty="0">
                <a:solidFill>
                  <a:srgbClr val="00B0F0"/>
                </a:solidFill>
              </a:rPr>
              <a:t>simulations with computer models</a:t>
            </a:r>
            <a:r>
              <a:rPr lang="en-US" sz="5700" i="1" dirty="0"/>
              <a:t>, </a:t>
            </a:r>
            <a:r>
              <a:rPr lang="en-US" sz="5700" i="1" dirty="0">
                <a:solidFill>
                  <a:srgbClr val="00B0F0"/>
                </a:solidFill>
              </a:rPr>
              <a:t>robotics</a:t>
            </a:r>
            <a:r>
              <a:rPr lang="en-US" sz="5700" i="1" dirty="0"/>
              <a:t>, and </a:t>
            </a:r>
            <a:r>
              <a:rPr lang="en-US" sz="5700" i="1" dirty="0">
                <a:solidFill>
                  <a:srgbClr val="00B0F0"/>
                </a:solidFill>
              </a:rPr>
              <a:t>biochemistry</a:t>
            </a:r>
            <a:r>
              <a:rPr lang="en-US" sz="5700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from </a:t>
            </a:r>
            <a:r>
              <a:rPr lang="en-US" u="sng" dirty="0">
                <a:hlinkClick r:id="rId2"/>
              </a:rPr>
              <a:t>https://en.wikipedia.org/wiki/Artificial_life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After you have learned GA</a:t>
            </a:r>
            <a:r>
              <a:rPr lang="en-US" dirty="0"/>
              <a:t>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solidFill>
                  <a:srgbClr val="00B0F0"/>
                </a:solidFill>
              </a:rPr>
              <a:t>used </a:t>
            </a:r>
            <a:r>
              <a:rPr lang="en-US" sz="2800" dirty="0">
                <a:solidFill>
                  <a:srgbClr val="00B0F0"/>
                </a:solidFill>
              </a:rPr>
              <a:t>for creating fuzzy rules for you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96387"/>
            <a:ext cx="10178322" cy="4890052"/>
          </a:xfrm>
        </p:spPr>
        <p:txBody>
          <a:bodyPr>
            <a:normAutofit/>
          </a:bodyPr>
          <a:lstStyle/>
          <a:p>
            <a:r>
              <a:rPr lang="en-US" dirty="0" smtClean="0"/>
              <a:t>This </a:t>
            </a:r>
            <a:r>
              <a:rPr lang="en-US" dirty="0"/>
              <a:t>assignment is about </a:t>
            </a:r>
            <a:r>
              <a:rPr lang="en-US" b="1" dirty="0"/>
              <a:t>to extend the algorithm a little bit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Since </a:t>
            </a:r>
            <a:r>
              <a:rPr lang="en-US" dirty="0"/>
              <a:t>GA emulates the process of evolution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considered </a:t>
            </a:r>
            <a:r>
              <a:rPr lang="en-US" sz="1400" dirty="0"/>
              <a:t>as a natural process of many living things. </a:t>
            </a:r>
            <a:endParaRPr lang="en-US" sz="1400" dirty="0" smtClean="0"/>
          </a:p>
          <a:p>
            <a:r>
              <a:rPr lang="en-US" dirty="0" smtClean="0"/>
              <a:t>Instead </a:t>
            </a:r>
            <a:r>
              <a:rPr lang="en-US" dirty="0"/>
              <a:t>of looking the process by fixed time of many generations,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this </a:t>
            </a:r>
            <a:r>
              <a:rPr lang="en-US" sz="1400" dirty="0"/>
              <a:t>time, all living things will be live their lives until they die. </a:t>
            </a:r>
            <a:endParaRPr lang="en-US" sz="1400" dirty="0" smtClean="0"/>
          </a:p>
          <a:p>
            <a:r>
              <a:rPr lang="en-US" dirty="0" smtClean="0"/>
              <a:t>One </a:t>
            </a:r>
            <a:r>
              <a:rPr lang="en-US" dirty="0"/>
              <a:t>who lives longer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have </a:t>
            </a:r>
            <a:r>
              <a:rPr lang="en-US" sz="1400" dirty="0"/>
              <a:t>more chances to reproduce or spread some of its DNA into the population. </a:t>
            </a:r>
            <a:endParaRPr lang="en-US" sz="1400" dirty="0" smtClean="0"/>
          </a:p>
          <a:p>
            <a:r>
              <a:rPr lang="en-US" dirty="0" smtClean="0"/>
              <a:t>Once </a:t>
            </a:r>
            <a:r>
              <a:rPr lang="en-US" dirty="0"/>
              <a:t>there is someone to die,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the </a:t>
            </a:r>
            <a:r>
              <a:rPr lang="en-US" sz="1400" dirty="0"/>
              <a:t>nature is called upon to create a new individual </a:t>
            </a:r>
            <a:r>
              <a:rPr lang="en-US" sz="1400" dirty="0" smtClean="0"/>
              <a:t>by </a:t>
            </a:r>
            <a:r>
              <a:rPr lang="en-US" sz="1400" dirty="0"/>
              <a:t>mating a couple from the remaining population. </a:t>
            </a:r>
            <a:endParaRPr lang="en-US" sz="1400" dirty="0" smtClean="0"/>
          </a:p>
          <a:p>
            <a:r>
              <a:rPr lang="en-US" dirty="0" smtClean="0"/>
              <a:t>When </a:t>
            </a:r>
            <a:r>
              <a:rPr lang="en-US" dirty="0"/>
              <a:t>the time goes on,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the </a:t>
            </a:r>
            <a:r>
              <a:rPr lang="en-US" sz="1400" dirty="0"/>
              <a:t>improved ones survive and live their lives, </a:t>
            </a:r>
            <a:endParaRPr lang="en-US" sz="1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smtClean="0"/>
              <a:t>finally </a:t>
            </a:r>
            <a:r>
              <a:rPr lang="en-US" sz="1400" dirty="0"/>
              <a:t>become the dominated ones.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2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To create an Artificial Life</a:t>
            </a:r>
            <a:r>
              <a:rPr lang="en-US" dirty="0"/>
              <a:t>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these </a:t>
            </a:r>
            <a:r>
              <a:rPr lang="en-US" sz="31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are the steps ..</a:t>
            </a:r>
            <a:br>
              <a:rPr lang="en-US" sz="3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729409"/>
            <a:ext cx="10178322" cy="490595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At start, </a:t>
            </a:r>
            <a:r>
              <a:rPr lang="en-US" b="1" dirty="0">
                <a:solidFill>
                  <a:srgbClr val="0070C0"/>
                </a:solidFill>
              </a:rPr>
              <a:t>a population of </a:t>
            </a:r>
            <a:r>
              <a:rPr lang="en-US" b="1" dirty="0" smtClean="0">
                <a:solidFill>
                  <a:srgbClr val="0070C0"/>
                </a:solidFill>
              </a:rPr>
              <a:t>20 robot </a:t>
            </a:r>
            <a:r>
              <a:rPr lang="en-US" b="1" dirty="0">
                <a:solidFill>
                  <a:srgbClr val="0070C0"/>
                </a:solidFill>
              </a:rPr>
              <a:t>individuals </a:t>
            </a:r>
            <a:r>
              <a:rPr lang="en-US" dirty="0"/>
              <a:t>is generated. </a:t>
            </a:r>
            <a:r>
              <a:rPr lang="en-US" dirty="0" smtClean="0"/>
              <a:t> As </a:t>
            </a:r>
            <a:r>
              <a:rPr lang="en-US" dirty="0"/>
              <a:t>usual, their chromosomes are randomly formed. </a:t>
            </a:r>
            <a:r>
              <a:rPr lang="en-US" dirty="0" smtClean="0"/>
              <a:t> To </a:t>
            </a:r>
            <a:r>
              <a:rPr lang="en-US" dirty="0"/>
              <a:t>stay alive, all robots must have their energy (</a:t>
            </a:r>
            <a:r>
              <a:rPr lang="en-US" b="1" dirty="0">
                <a:solidFill>
                  <a:srgbClr val="0070C0"/>
                </a:solidFill>
              </a:rPr>
              <a:t>they were born with 300</a:t>
            </a:r>
            <a:r>
              <a:rPr lang="en-US" dirty="0"/>
              <a:t>).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energy is not only decreased every time, but also consumed more when the robot is not in its well status. </a:t>
            </a:r>
            <a:endParaRPr lang="en-US" dirty="0" smtClean="0"/>
          </a:p>
          <a:p>
            <a:pPr lvl="2"/>
            <a:r>
              <a:rPr lang="en-US" dirty="0" smtClean="0"/>
              <a:t>For </a:t>
            </a:r>
            <a:r>
              <a:rPr lang="en-US" dirty="0"/>
              <a:t>example, if the robot hits something, the energy is spent faster. Other usual statuses are lazy, headache, and etc.</a:t>
            </a:r>
          </a:p>
          <a:p>
            <a:pPr lvl="0"/>
            <a:r>
              <a:rPr lang="en-US" dirty="0"/>
              <a:t>In the environment, all robots are put into the test. </a:t>
            </a:r>
            <a:r>
              <a:rPr lang="en-US" dirty="0" smtClean="0"/>
              <a:t>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 energy is the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key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live longer, the robots have </a:t>
            </a:r>
            <a:r>
              <a:rPr lang="en-US" u="sng" dirty="0"/>
              <a:t>to preserve their </a:t>
            </a:r>
            <a:r>
              <a:rPr lang="en-US" u="sng" dirty="0" smtClean="0"/>
              <a:t>energy</a:t>
            </a:r>
            <a:r>
              <a:rPr lang="en-US" dirty="0" smtClean="0"/>
              <a:t> and </a:t>
            </a:r>
            <a:r>
              <a:rPr lang="en-US" u="sng" dirty="0" smtClean="0"/>
              <a:t>to </a:t>
            </a:r>
            <a:r>
              <a:rPr lang="en-US" u="sng" dirty="0"/>
              <a:t>find </a:t>
            </a:r>
            <a:r>
              <a:rPr lang="en-US" u="sng" dirty="0" smtClean="0"/>
              <a:t>food</a:t>
            </a:r>
            <a:r>
              <a:rPr lang="en-US" dirty="0" smtClean="0"/>
              <a:t> getting more </a:t>
            </a:r>
            <a:r>
              <a:rPr lang="en-US" dirty="0"/>
              <a:t>additional energy to life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Food are limited, but not empty. </a:t>
            </a:r>
            <a:r>
              <a:rPr lang="en-US" u="sng" dirty="0"/>
              <a:t>If one food was taken, another food is formed in another place randomly located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robot is able to see others</a:t>
            </a:r>
            <a:r>
              <a:rPr lang="en-US" dirty="0"/>
              <a:t>. Therefore, other robots are considered as </a:t>
            </a:r>
            <a:r>
              <a:rPr lang="en-US" u="sng" dirty="0"/>
              <a:t>moving obstacles</a:t>
            </a:r>
            <a:r>
              <a:rPr lang="en-US" dirty="0"/>
              <a:t>. There are also </a:t>
            </a:r>
            <a:r>
              <a:rPr lang="en-US" u="sng" dirty="0"/>
              <a:t>static obstacles</a:t>
            </a:r>
            <a:r>
              <a:rPr lang="en-US" dirty="0"/>
              <a:t>, which are not moving at all.</a:t>
            </a:r>
          </a:p>
          <a:p>
            <a:pPr lvl="0"/>
            <a:r>
              <a:rPr lang="en-US" dirty="0" smtClean="0"/>
              <a:t>When </a:t>
            </a:r>
            <a:r>
              <a:rPr lang="en-US" dirty="0"/>
              <a:t>one robot dies, the process to </a:t>
            </a:r>
            <a:r>
              <a:rPr lang="en-US" b="1" i="1" u="sng" dirty="0">
                <a:solidFill>
                  <a:srgbClr val="7030A0"/>
                </a:solidFill>
              </a:rPr>
              <a:t>generate the new robot is taking place for replacing the dead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couple of robots are randomly picked from the remaining ones in the population. </a:t>
            </a:r>
            <a:endParaRPr lang="en-US" dirty="0" smtClean="0"/>
          </a:p>
          <a:p>
            <a:pPr lvl="1"/>
            <a:r>
              <a:rPr lang="en-US" dirty="0" smtClean="0"/>
              <a:t>Then</a:t>
            </a:r>
            <a:r>
              <a:rPr lang="en-US" dirty="0"/>
              <a:t>, the crossover is called to reproduce a new robot from its parents.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addition, mutation is also applied rarely. </a:t>
            </a:r>
            <a:endParaRPr lang="en-US" dirty="0" smtClean="0"/>
          </a:p>
          <a:p>
            <a:pPr lvl="0"/>
            <a:r>
              <a:rPr lang="en-US" dirty="0" smtClean="0"/>
              <a:t>The </a:t>
            </a:r>
            <a:r>
              <a:rPr lang="en-US" dirty="0"/>
              <a:t>simulation </a:t>
            </a:r>
            <a:r>
              <a:rPr lang="en-US" b="1" u="sng" dirty="0">
                <a:solidFill>
                  <a:srgbClr val="00B0F0"/>
                </a:solidFill>
              </a:rPr>
              <a:t>time is counting </a:t>
            </a:r>
            <a:r>
              <a:rPr lang="en-US" b="1" u="sng" dirty="0" smtClean="0">
                <a:solidFill>
                  <a:srgbClr val="00B0F0"/>
                </a:solidFill>
              </a:rPr>
              <a:t>continuously</a:t>
            </a:r>
            <a:r>
              <a:rPr lang="en-US" dirty="0" smtClean="0"/>
              <a:t> </a:t>
            </a:r>
            <a:r>
              <a:rPr lang="en-US" dirty="0"/>
              <a:t>until reaching the maximum tick (100000).</a:t>
            </a:r>
          </a:p>
          <a:p>
            <a:pPr lvl="0"/>
            <a:r>
              <a:rPr lang="en-US" dirty="0"/>
              <a:t>Learning curve is plotted from </a:t>
            </a:r>
            <a:r>
              <a:rPr lang="en-US" b="1" dirty="0">
                <a:solidFill>
                  <a:srgbClr val="FF0000"/>
                </a:solidFill>
              </a:rPr>
              <a:t>amount of dead robots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0070C0"/>
                </a:solidFill>
              </a:rPr>
              <a:t>different time intervals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At the end, </a:t>
            </a:r>
            <a:r>
              <a:rPr lang="en-US" b="1" dirty="0">
                <a:solidFill>
                  <a:srgbClr val="00B050"/>
                </a:solidFill>
              </a:rPr>
              <a:t>the robot with highest energy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selected to be </a:t>
            </a:r>
            <a:r>
              <a:rPr lang="en-US" b="1" dirty="0">
                <a:solidFill>
                  <a:srgbClr val="00B050"/>
                </a:solidFill>
              </a:rPr>
              <a:t>the final answer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0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71" y="250467"/>
            <a:ext cx="10519574" cy="64564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218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63" y="1514724"/>
            <a:ext cx="10710407" cy="4587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03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57" y="166977"/>
            <a:ext cx="6827938" cy="64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4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56" y="250467"/>
            <a:ext cx="10813773" cy="6432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31522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43</TotalTime>
  <Words>466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Gill Sans MT</vt:lpstr>
      <vt:lpstr>Impact</vt:lpstr>
      <vt:lpstr>Wingdings</vt:lpstr>
      <vt:lpstr>Badge</vt:lpstr>
      <vt:lpstr>Artificial Life</vt:lpstr>
      <vt:lpstr>A-Life</vt:lpstr>
      <vt:lpstr>After you have learned GA,  used for creating fuzzy rules for you</vt:lpstr>
      <vt:lpstr>To create an Artificial Life,  these are the steps ..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Life</dc:title>
  <dc:creator>Jumpol Polvichai</dc:creator>
  <cp:lastModifiedBy>Jumpol Polvichai</cp:lastModifiedBy>
  <cp:revision>6</cp:revision>
  <dcterms:created xsi:type="dcterms:W3CDTF">2021-09-20T16:08:16Z</dcterms:created>
  <dcterms:modified xsi:type="dcterms:W3CDTF">2021-09-20T17:06:20Z</dcterms:modified>
</cp:coreProperties>
</file>